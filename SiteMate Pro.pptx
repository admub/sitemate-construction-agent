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3246-9595-45DD-ADC2-FA2D070E7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9B01D-CB2F-4176-BE7D-9A24E1068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35AF-C38B-40CB-B364-422440D8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0B4F-2060-44CC-9269-5D537C78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12811-8ECE-4E1E-90E6-839B4711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4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938D-343C-4C22-AC69-4A01E4926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CD58-9046-4321-AE65-E3EA1D7FC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E7FEE-C76E-4E67-AFB0-8290574D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A3164-47A2-4A5A-AAE6-B726F0B2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CCA35-15DC-4A41-9C16-7A88F9B0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3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8EA86-B882-4860-A643-3D680FCB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81F06-2272-435B-B64B-472220577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6A74-849A-47C6-B053-D617AA48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A7E84-1276-410D-A70A-23C8D084B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87050-46B3-4F52-B2D4-F02C54A0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8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7E82-659C-4374-8F06-24F978D3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66282-A530-4411-9BA8-CFCFB440B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23E4-4730-4F39-A139-2A74C34A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FEB3A-2514-42F4-BC2D-1F6F5D32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3F0B-2CB2-4A79-95B4-9B2E0F5B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390BE-30B5-4435-AA04-15466D6B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1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7BF8-5969-4B5F-BE59-F232553C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3127D-57EF-4A02-806E-F1437D34A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25D41-3FDC-40ED-94AF-C4C181FF5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4189B-08A4-4B1E-BFD1-64289E215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F4670-BC18-4B91-AC75-8F60E1F4D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011A8-CFF3-468F-80F6-35A0FD8C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96E27-E870-4996-B083-4AB07595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A268B9-4089-45C6-A6E1-1675865A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7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E744-A9B4-4710-A37B-30471281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31731-D833-47DE-B51F-CDDE2C5E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DFB03-9C79-447A-8DD4-3854C57D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FBBEC-A672-44EE-8850-A4DB97CC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2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4DED9-389B-4775-9BA4-9105F235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ACB21-FB42-46CB-AA72-777B6744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80DEC-46A9-4F76-A71F-E684E28B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6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D1C5-805C-4C0A-996B-70372DA3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F91A7-8ADF-4FE9-B64A-50D220387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A8098-03D6-42A7-8D3A-177073866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53D70-B170-45D3-8A0C-E71F3B50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FAA22-16B3-46F2-B7C6-DD856CD2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CFC42-D5C9-4C53-9F70-2E1515B2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3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0E6A-FE6D-46E7-AB02-6A4822277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A89F7-A3FF-4D7D-8F60-CB9B8DEB0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065B8-405E-498A-8376-F8D3BADCD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B72C2-9F0C-4A23-982E-70D128BD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FEE5B-E534-4681-AF9F-7B3D42DC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24768-23DC-4A30-9992-8565D8A2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4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CFC0-2929-4EB5-9166-CFFD3C83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96F32-F6B6-473E-B119-033BD2B1E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5C473-A371-4ECF-A33C-23FDE4EE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500EC-CCD2-478A-ABA7-C50AA5FA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A9EE1-3AA3-4DF9-944C-36A89325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9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B313F-E427-48F0-A656-B5FB1D394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6882E-9D26-4947-B0B3-A70D2F3C6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DC0E3-F727-436A-AD03-11156E16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E7666-335D-4E29-AC9C-FE8474DC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4D37-1BBD-4EB7-8657-DDDF167D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0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B196E-1EFE-489E-8EB6-B85105D0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A340A-C4E8-4A4F-9C91-4EE4AFE91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65827-3CDF-40CC-BD3D-E7D544817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F06D7-B570-463C-A2A3-470D61ED37D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4E282-5BE8-41BE-8EC0-B892A8FD1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DBD5-960E-4641-A2F9-2492BC5D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6A569-8E14-4B5C-AFB1-38161CAA3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1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CF09-C4A2-40DE-A77B-ECCACF98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528047"/>
          </a:xfrm>
        </p:spPr>
        <p:txBody>
          <a:bodyPr>
            <a:normAutofit/>
          </a:bodyPr>
          <a:lstStyle/>
          <a:p>
            <a:r>
              <a:rPr lang="en-US" sz="4400" b="1" dirty="0" err="1"/>
              <a:t>SiteMate</a:t>
            </a:r>
            <a:r>
              <a:rPr lang="en-US" sz="4400" b="1" dirty="0"/>
              <a:t> Pro</a:t>
            </a:r>
            <a:br>
              <a:rPr lang="en-US" dirty="0"/>
            </a:b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Enterprise Operating System for African Construction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14A8E5-A621-47D0-9657-60554A7E23C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2625371"/>
            <a:ext cx="1193202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Blueprint to Bank Alert — Unified.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for: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Algolia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Agent Studio Challenge 2026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Presenter: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Mubarak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Adisa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Chief Engineer | AI &amp; Construction Systems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974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9015-706F-4553-A4A9-6640E361CF3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-71718"/>
            <a:ext cx="10731500" cy="109406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br>
              <a:rPr lang="en-US" sz="4000" b="1" dirty="0"/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is Broken &amp; Opaque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D69801-FE9A-4EF4-BE8B-CF6E1702483D}"/>
              </a:ext>
            </a:extLst>
          </p:cNvPr>
          <p:cNvSpPr/>
          <p:nvPr/>
        </p:nvSpPr>
        <p:spPr>
          <a:xfrm>
            <a:off x="1460500" y="950259"/>
            <a:ext cx="8992347" cy="563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		📉 Fragmentation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Project data scattered across WhatsApp chats, paper notebooks, and spreadsheets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No single source of truth for engineers, suppliers, and clients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	💸 Price Volatility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Material prices change daily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Engineers estimate blindly </a:t>
            </a:r>
            <a:r>
              <a:rPr lang="en-US" b="1" dirty="0"/>
              <a:t>→</a:t>
            </a:r>
            <a:r>
              <a:rPr lang="en-US" dirty="0"/>
              <a:t> budget overruns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	🚧 Inefficiency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BOQs calculated manually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What takes days should take seconds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The Consequences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❌</a:t>
            </a:r>
            <a:r>
              <a:rPr lang="en-US" dirty="0"/>
              <a:t> Fraud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❌</a:t>
            </a:r>
            <a:r>
              <a:rPr lang="en-US" dirty="0"/>
              <a:t>Delays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❌</a:t>
            </a:r>
            <a:r>
              <a:rPr lang="en-US" dirty="0"/>
              <a:t>Abandoned Projects</a:t>
            </a:r>
          </a:p>
        </p:txBody>
      </p:sp>
    </p:spTree>
    <p:extLst>
      <p:ext uri="{BB962C8B-B14F-4D97-AF65-F5344CB8AC3E}">
        <p14:creationId xmlns:p14="http://schemas.microsoft.com/office/powerpoint/2010/main" val="212920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1EA6-49AF-4A01-82DE-E177245E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306" y="1"/>
            <a:ext cx="10237694" cy="147021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A64597-FCF0-439C-BED9-CB99BE722D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2706" y="1468875"/>
            <a:ext cx="10085294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Construction is Broken &amp; Opaque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Fragmentation: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lost in WhatsApp chats &amp; paper notebooks.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💸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Volatility: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Material costs change daily, leading to budget blowouts.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🚧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Engineers spend days calculating BOQs that AI could do in seconds.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Consequence: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Fraud, Delays, and "Abandoned Projects."</a:t>
            </a:r>
          </a:p>
        </p:txBody>
      </p:sp>
    </p:spTree>
    <p:extLst>
      <p:ext uri="{BB962C8B-B14F-4D97-AF65-F5344CB8AC3E}">
        <p14:creationId xmlns:p14="http://schemas.microsoft.com/office/powerpoint/2010/main" val="52113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A20ED-C5AE-48B7-92CB-C50230AA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3340"/>
          </a:xfrm>
        </p:spPr>
        <p:txBody>
          <a:bodyPr/>
          <a:lstStyle/>
          <a:p>
            <a:pPr algn="ctr"/>
            <a:r>
              <a:rPr lang="en-US" dirty="0"/>
              <a:t>The Solution &amp;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A97F2-94D1-4A18-9BAC-08565D599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7" y="995082"/>
            <a:ext cx="10833847" cy="5388069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Intelligent Retrieval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all-in-one "Command Center" that unifies Planning, Procurement, and Site Operations.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(The "Agent" Logic):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"Build a duplex in Lekki..."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Algolia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Retrieves real-time material prices &amp; supplier data.</a:t>
            </a:r>
          </a:p>
          <a:p>
            <a:pPr lvl="1"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Reasons on soil type &amp; generates accurate BOQ.</a:t>
            </a:r>
          </a:p>
          <a:p>
            <a:pPr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Logos: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Algolia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(Search &amp; Retrieval)</a:t>
            </a:r>
          </a:p>
          <a:p>
            <a:pPr lvl="1"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(Reasoning)</a:t>
            </a:r>
          </a:p>
          <a:p>
            <a:pPr lvl="1">
              <a:lnSpc>
                <a:spcPct val="170000"/>
              </a:lnSpc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(Frontend)</a:t>
            </a:r>
          </a:p>
          <a:p>
            <a:pPr>
              <a:lnSpc>
                <a:spcPct val="17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to Action: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"Let's enter the Command Center."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 is your cue to start the video)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38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BEB2-835C-4EB3-BEF7-E405EB0F5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690688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&amp; Tech Stack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Intelligent Retrieval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1D7F0-857C-4309-99DF-2425759F5AA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971675"/>
            <a:ext cx="10461625" cy="48863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✅ The Solution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SiteMate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all-in-one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Center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unifies:</a:t>
            </a:r>
          </a:p>
          <a:p>
            <a:pPr lvl="1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Planning\</a:t>
            </a:r>
          </a:p>
          <a:p>
            <a:pPr lvl="1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Procurement</a:t>
            </a:r>
          </a:p>
          <a:p>
            <a:pPr lvl="1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Operations</a:t>
            </a:r>
          </a:p>
          <a:p>
            <a:pPr lvl="1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Tracking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14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312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SiteMate Pro The Enterprise Operating System for African Construction</vt:lpstr>
      <vt:lpstr>The Problem Construction is Broken &amp; Opaque</vt:lpstr>
      <vt:lpstr>The Problem</vt:lpstr>
      <vt:lpstr>The Solution &amp; Tech Stack</vt:lpstr>
      <vt:lpstr>The Solution &amp; Tech Stack Powered by Intelligent Retrieval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SiteMate Pro The Enterprise Operating System for African Construction</dc:title>
  <dc:creator>USER</dc:creator>
  <cp:lastModifiedBy>USER</cp:lastModifiedBy>
  <cp:revision>5</cp:revision>
  <dcterms:created xsi:type="dcterms:W3CDTF">2026-02-07T17:03:55Z</dcterms:created>
  <dcterms:modified xsi:type="dcterms:W3CDTF">2026-02-07T17:39:38Z</dcterms:modified>
</cp:coreProperties>
</file>
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3246-9595-45DD-ADC2-FA2D070E7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9B01D-CB2F-4176-BE7D-9A24E1068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35AF-C38B-40CB-B364-422440D8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0B4F-2060-44CC-9269-5D537C78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12811-8ECE-4E1E-90E6-839B4711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4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938D-343C-4C22-AC69-4A01E492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CD58-9046-4321-AE65-E3EA1D7FC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E7FEE-C76E-4E67-AFB0-8290574D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A3164-47A2-4A5A-AAE6-B726F0B2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CCA35-15DC-4A41-9C16-7A88F9B0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3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8EA86-B882-4860-A643-3D680FCB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81F06-2272-435B-B64B-472220577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6A74-849A-47C6-B053-D617AA48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A7E84-1276-410D-A70A-23C8D084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87050-46B3-4F52-B2D4-F02C54A0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8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7E82-659C-4374-8F06-24F978D3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66282-A530-4411-9BA8-CFCFB440B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23E4-4730-4F39-A139-2A74C34A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FEB3A-2514-42F4-BC2D-1F6F5D32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3F0B-2CB2-4A79-95B4-9B2E0F5B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390BE-30B5-4435-AA04-15466D6B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1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7BF8-5969-4B5F-BE59-F232553C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3127D-57EF-4A02-806E-F1437D34A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25D41-3FDC-40ED-94AF-C4C181FF5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4189B-08A4-4B1E-BFD1-64289E215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F4670-BC18-4B91-AC75-8F60E1F4D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011A8-CFF3-468F-80F6-35A0FD8C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96E27-E870-4996-B083-4AB07595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268B9-4089-45C6-A6E1-1675865A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7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E744-A9B4-4710-A37B-30471281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31731-D833-47DE-B51F-CDDE2C5E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DFB03-9C79-447A-8DD4-3854C57D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FBBEC-A672-44EE-8850-A4DB97CC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2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4DED9-389B-4775-9BA4-9105F235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ACB21-FB42-46CB-AA72-777B6744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80DEC-46A9-4F76-A71F-E684E28B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6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1C5-805C-4C0A-996B-70372DA3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F91A7-8ADF-4FE9-B64A-50D220387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A8098-03D6-42A7-8D3A-177073866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53D70-B170-45D3-8A0C-E71F3B50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FAA22-16B3-46F2-B7C6-DD856CD2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CFC42-D5C9-4C53-9F70-2E1515B2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3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0E6A-FE6D-46E7-AB02-6A482227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A89F7-A3FF-4D7D-8F60-CB9B8DEB0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065B8-405E-498A-8376-F8D3BADCD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72C2-9F0C-4A23-982E-70D128BD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FEE5B-E534-4681-AF9F-7B3D42DC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24768-23DC-4A30-9992-8565D8A2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4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CFC0-2929-4EB5-9166-CFFD3C83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96F32-F6B6-473E-B119-033BD2B1E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5C473-A371-4ECF-A33C-23FDE4EE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500EC-CCD2-478A-ABA7-C50AA5FA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A9EE1-3AA3-4DF9-944C-36A89325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9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B313F-E427-48F0-A656-B5FB1D394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6882E-9D26-4947-B0B3-A70D2F3C6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DC0E3-F727-436A-AD03-11156E16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E7666-335D-4E29-AC9C-FE8474DC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4D37-1BBD-4EB7-8657-DDDF167D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0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B196E-1EFE-489E-8EB6-B85105D0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A340A-C4E8-4A4F-9C91-4EE4AFE91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65827-3CDF-40CC-BD3D-E7D544817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F06D7-B570-463C-A2A3-470D61ED37D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4E282-5BE8-41BE-8EC0-B892A8FD1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DBD5-960E-4641-A2F9-2492BC5D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1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mate-construction-agent-r9kobvwbkzdomykfe9cmgy.streamlit.app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dMub/Sitemate-Construction-Ag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CF09-C4A2-40DE-A77B-ECCACF98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24475" cy="990600"/>
          </a:xfrm>
        </p:spPr>
        <p:txBody>
          <a:bodyPr>
            <a:noAutofit/>
          </a:bodyPr>
          <a:lstStyle/>
          <a:p>
            <a:pPr algn="ctr">
              <a:lnSpc>
                <a:spcPct val="200000"/>
              </a:lnSpc>
            </a:pPr>
            <a:r>
              <a:rPr lang="en-US" sz="60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SiteMate</a:t>
            </a:r>
            <a:r>
              <a:rPr lang="en-US" sz="6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4A1F30A-038C-43B3-BB3F-40DAD8BBDB5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5" r="17125"/>
          <a:stretch>
            <a:fillRect/>
          </a:stretch>
        </p:blipFill>
        <p:spPr>
          <a:xfrm>
            <a:off x="5324475" y="0"/>
            <a:ext cx="6867525" cy="662939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314A8E5-A621-47D0-9657-60554A7E23C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6675" y="1403042"/>
            <a:ext cx="4838700" cy="4859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Enterprise Operating System for African Construction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Blueprint to Bank Alert — Unified.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Built for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Algolia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Agent Studio Challenge 2026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Presenter: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Mubarak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Adisa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Chief Engineer 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974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1EA6-49AF-4A01-82DE-E177245E3DB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12192000" cy="8874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04F02-843D-4EDD-8AF3-9451248E2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3699"/>
            <a:ext cx="12192000" cy="50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3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20ED-C5AE-48B7-92CB-C50230AAA0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118268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Solution &amp; Tech Stack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E3E34-BD77-4915-A280-B2C19E0AB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60" y="872378"/>
            <a:ext cx="9681882" cy="3728972"/>
          </a:xfrm>
          <a:prstGeom prst="rect">
            <a:avLst/>
          </a:prstGeom>
        </p:spPr>
      </p:pic>
      <p:sp>
        <p:nvSpPr>
          <p:cNvPr id="5" name="Rectangle 4">
            <a:hlinkClick r:id="rId3"/>
            <a:extLst>
              <a:ext uri="{FF2B5EF4-FFF2-40B4-BE49-F238E27FC236}">
                <a16:creationId xmlns:a16="http://schemas.microsoft.com/office/drawing/2014/main" id="{46AEDDA7-13AA-4DE4-9691-A2D12F43DAC7}"/>
              </a:ext>
            </a:extLst>
          </p:cNvPr>
          <p:cNvSpPr/>
          <p:nvPr/>
        </p:nvSpPr>
        <p:spPr>
          <a:xfrm>
            <a:off x="2567828" y="5540188"/>
            <a:ext cx="7056343" cy="97821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🚀 </a:t>
            </a:r>
            <a:r>
              <a:rPr lang="en-US" sz="3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Enter Command Center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DC9318-857C-408C-8153-06FBA8EAD817}"/>
              </a:ext>
            </a:extLst>
          </p:cNvPr>
          <p:cNvSpPr/>
          <p:nvPr/>
        </p:nvSpPr>
        <p:spPr>
          <a:xfrm>
            <a:off x="8839201" y="4114800"/>
            <a:ext cx="3065928" cy="118268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Username: admin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Password: admin123</a:t>
            </a:r>
          </a:p>
        </p:txBody>
      </p:sp>
      <p:sp>
        <p:nvSpPr>
          <p:cNvPr id="7" name="Rectangle: Rounded Corners 6">
            <a:hlinkClick r:id="rId4"/>
            <a:extLst>
              <a:ext uri="{FF2B5EF4-FFF2-40B4-BE49-F238E27FC236}">
                <a16:creationId xmlns:a16="http://schemas.microsoft.com/office/drawing/2014/main" id="{7CA628E3-E9BD-4C34-8495-0F4D9AA48EAD}"/>
              </a:ext>
            </a:extLst>
          </p:cNvPr>
          <p:cNvSpPr/>
          <p:nvPr/>
        </p:nvSpPr>
        <p:spPr>
          <a:xfrm>
            <a:off x="1129553" y="4320988"/>
            <a:ext cx="6051175" cy="78889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GitHub link: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  <a:hlinkClick r:id="rId4"/>
              </a:rPr>
              <a:t>https://github.com/AdMub/Sitemate-Construction-Agent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7387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63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SiteMate Pro</vt:lpstr>
      <vt:lpstr>The Problem</vt:lpstr>
      <vt:lpstr>The Solution &amp; Tech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SiteMate Pro The Enterprise Operating System for African Construction</dc:title>
  <dc:creator>USER</dc:creator>
  <cp:lastModifiedBy>USER</cp:lastModifiedBy>
  <cp:revision>15</cp:revision>
  <dcterms:created xsi:type="dcterms:W3CDTF">2026-02-07T17:03:55Z</dcterms:created>
  <dcterms:modified xsi:type="dcterms:W3CDTF">2026-02-08T10:33:15Z</dcterms:modified>
</cp:coreProperties>
</file>